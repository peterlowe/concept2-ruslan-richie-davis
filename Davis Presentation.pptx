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96" r:id="rId4"/>
  </p:sldMasterIdLst>
  <p:notesMasterIdLst>
    <p:notesMasterId r:id="rId7"/>
  </p:notesMasterIdLst>
  <p:sldIdLst>
    <p:sldId id="290" r:id="rId5"/>
    <p:sldId id="29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20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938646-CEA8-41F9-BD9F-D1FA107D99CC}" type="datetimeFigureOut">
              <a:rPr lang="en-US" smtClean="0"/>
              <a:t>11/19/2021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B040C8-62D2-4EA7-B200-D3B8C06AAF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067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39389-D342-42C9-A280-8ADE336DA885}" type="datetime1">
              <a:rPr lang="en-US" smtClean="0"/>
              <a:t>11/19/2021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0732C-99B6-468D-8E86-54127C661C29}" type="datetime1">
              <a:rPr lang="en-US" smtClean="0"/>
              <a:t>11/19/2021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96AA6-1553-455E-A701-5DB89675312A}" type="datetime1">
              <a:rPr lang="en-US" smtClean="0"/>
              <a:t>11/19/2021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27D05-0AAA-4191-8602-39A011BE220C}" type="datetime1">
              <a:rPr lang="en-US" smtClean="0"/>
              <a:t>11/19/2021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B8012-90E5-4BF2-B13D-6DEC2EE5E086}" type="datetime1">
              <a:rPr lang="en-US" smtClean="0"/>
              <a:t>11/19/2021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62E2D-C320-4C5E-98F1-D60DBA71A352}" type="datetime1">
              <a:rPr lang="en-US" smtClean="0"/>
              <a:t>11/19/2021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6C99D-E4E2-4DDF-8629-131208CB18B0}" type="datetime1">
              <a:rPr lang="en-US" smtClean="0"/>
              <a:t>11/19/2021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20CF4-5FC9-46F3-B596-BE1F927BA2F1}" type="datetime1">
              <a:rPr lang="en-US" smtClean="0"/>
              <a:t>11/19/2021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BF1ABFC0-89FE-4355-9E74-11DC57FEA97E}" type="datetime1">
              <a:rPr lang="en-US" smtClean="0"/>
              <a:t>11/19/2021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5ED82-9221-4209-9FC6-897FECC94D85}" type="datetime1">
              <a:rPr lang="en-US" smtClean="0"/>
              <a:t>11/19/2021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95C5F-8991-4788-8021-97F7E97CAA77}" type="datetime1">
              <a:rPr lang="en-US" smtClean="0"/>
              <a:t>11/19/2021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F9B8B6D2-5532-4B59-9C5A-AB106F128946}" type="datetime1">
              <a:rPr lang="en-US" smtClean="0"/>
              <a:t>11/19/2021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12162-EA5A-476F-8EC9-84744438B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1640" y="523613"/>
            <a:ext cx="3486766" cy="1188720"/>
          </a:xfrm>
        </p:spPr>
        <p:txBody>
          <a:bodyPr/>
          <a:lstStyle/>
          <a:p>
            <a:r>
              <a:rPr lang="en-IE" dirty="0"/>
              <a:t>Pillars: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883C3-3F5D-45F2-9B6A-D9FBD77629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748" y="2496312"/>
            <a:ext cx="6605016" cy="2420755"/>
          </a:xfrm>
        </p:spPr>
        <p:txBody>
          <a:bodyPr/>
          <a:lstStyle/>
          <a:p>
            <a:r>
              <a:rPr lang="en-US" dirty="0"/>
              <a:t>Uncompromising survival &amp; world exploration with the classic assassination from previous franchises  </a:t>
            </a:r>
          </a:p>
          <a:p>
            <a:r>
              <a:rPr lang="en-US" dirty="0"/>
              <a:t>dark and whimsical visuals in a 3D open world with a space background</a:t>
            </a:r>
          </a:p>
          <a:p>
            <a:r>
              <a:rPr lang="en-US" dirty="0"/>
              <a:t>randomly generated space terrain, 30% travelling through space and terrain 30% crafting new weapons 30% assassinating enemies 10% fun</a:t>
            </a:r>
            <a:endParaRPr lang="en-I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7CD546-445D-4D51-9FEF-516A09815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9834" y="1235642"/>
            <a:ext cx="3486766" cy="32886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CAFE85-1E6C-4E6E-9777-A009A8EA71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304" y="4606227"/>
            <a:ext cx="2743199" cy="1831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006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FCB46-77BD-41CE-A751-196EEABCE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1096" y="644652"/>
            <a:ext cx="7729728" cy="1188720"/>
          </a:xfrm>
        </p:spPr>
        <p:txBody>
          <a:bodyPr/>
          <a:lstStyle/>
          <a:p>
            <a:r>
              <a:rPr lang="en-IE" dirty="0"/>
              <a:t>Gameplay description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6D317-F191-4EAB-9DD2-D11666E78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6" y="2820924"/>
            <a:ext cx="4398264" cy="3195828"/>
          </a:xfrm>
        </p:spPr>
        <p:txBody>
          <a:bodyPr/>
          <a:lstStyle/>
          <a:p>
            <a:r>
              <a:rPr lang="en-US" dirty="0"/>
              <a:t>Gameplay includes traveling trough different worlds in space. it will be a single player game where you</a:t>
            </a:r>
          </a:p>
          <a:p>
            <a:r>
              <a:rPr lang="en-US" dirty="0"/>
              <a:t>Enter a strange and unexplored space full of strange creatures, dangers and surprises. Find and craft new deadly weapons to kill enemies with </a:t>
            </a:r>
            <a:endParaRPr lang="en-I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DAA42F-951C-4064-BF1F-3AE536D9EB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224" y="2452433"/>
            <a:ext cx="4885944" cy="4013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333980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8775A23-75CA-4614-9647-C9B2CE742CA2}">
  <ds:schemaRefs>
    <ds:schemaRef ds:uri="http://purl.org/dc/elements/1.1/"/>
    <ds:schemaRef ds:uri="http://schemas.microsoft.com/office/2006/metadata/properties"/>
    <ds:schemaRef ds:uri="71af3243-3dd4-4a8d-8c0d-dd76da1f02a5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schemas.microsoft.com/office/infopath/2007/PartnerControls"/>
    <ds:schemaRef ds:uri="16c05727-aa75-4e4a-9b5f-8a80a1165891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8A451F4C-A3A1-4FF3-AEA5-AE3EFF175B0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009F5EF-575C-40E7-A9C5-EC1F2A55486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Parcel design</Template>
  <TotalTime>0</TotalTime>
  <Words>97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Gill Sans MT</vt:lpstr>
      <vt:lpstr>Parcel</vt:lpstr>
      <vt:lpstr>Pillars:</vt:lpstr>
      <vt:lpstr>Gameplay description 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2021-11-19T13:20:19Z</dcterms:created>
  <dcterms:modified xsi:type="dcterms:W3CDTF">2021-11-19T13:28:51Z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