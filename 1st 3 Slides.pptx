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6" r:id="rId4"/>
  </p:sldMasterIdLst>
  <p:notesMasterIdLst>
    <p:notesMasterId r:id="rId8"/>
  </p:notesMasterIdLst>
  <p:sldIdLst>
    <p:sldId id="285" r:id="rId5"/>
    <p:sldId id="290" r:id="rId6"/>
    <p:sldId id="29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9389-D342-42C9-A280-8ADE336DA885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0732C-99B6-468D-8E86-54127C661C29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96AA6-1553-455E-A701-5DB89675312A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7D05-0AAA-4191-8602-39A011BE220C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B8012-90E5-4BF2-B13D-6DEC2EE5E086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2E2D-C320-4C5E-98F1-D60DBA71A352}" type="datetime1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C99D-E4E2-4DDF-8629-131208CB18B0}" type="datetime1">
              <a:rPr lang="en-US" smtClean="0"/>
              <a:t>11/19/2021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0CF4-5FC9-46F3-B596-BE1F927BA2F1}" type="datetime1">
              <a:rPr lang="en-US" smtClean="0"/>
              <a:t>11/19/2021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1ABFC0-89FE-4355-9E74-11DC57FEA97E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ED82-9221-4209-9FC6-897FECC94D85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5C5F-8991-4788-8021-97F7E97CAA77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4D8F8-4E82-4BDB-B682-C4008F4B2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Sit Dolor Amet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30EB2-7F1B-4966-B7F3-60C16D64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12" y="4625"/>
            <a:ext cx="10323576" cy="685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1E036-E008-4D61-96C2-80CAEA7732EA}"/>
              </a:ext>
            </a:extLst>
          </p:cNvPr>
          <p:cNvSpPr txBox="1"/>
          <p:nvPr/>
        </p:nvSpPr>
        <p:spPr>
          <a:xfrm>
            <a:off x="210312" y="466543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9F089-615E-46FF-A42C-086E4F4FC4D9}"/>
              </a:ext>
            </a:extLst>
          </p:cNvPr>
          <p:cNvSpPr txBox="1"/>
          <p:nvPr/>
        </p:nvSpPr>
        <p:spPr>
          <a:xfrm>
            <a:off x="11367516" y="1166842"/>
            <a:ext cx="7574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7200" dirty="0"/>
              <a:t>P</a:t>
            </a:r>
          </a:p>
          <a:p>
            <a:r>
              <a:rPr lang="en-IE" sz="7200" dirty="0"/>
              <a:t>E</a:t>
            </a:r>
          </a:p>
          <a:p>
            <a:r>
              <a:rPr lang="en-IE" sz="7200" dirty="0"/>
              <a:t>T</a:t>
            </a:r>
          </a:p>
          <a:p>
            <a:r>
              <a:rPr lang="en-IE" sz="7200" dirty="0"/>
              <a:t>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E8B37-0052-46C8-BAE2-9EFCF95C8791}"/>
              </a:ext>
            </a:extLst>
          </p:cNvPr>
          <p:cNvSpPr txBox="1"/>
          <p:nvPr/>
        </p:nvSpPr>
        <p:spPr>
          <a:xfrm>
            <a:off x="154305" y="1243725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27485-8FBF-49BB-BF46-A0771CDBAEAB}"/>
              </a:ext>
            </a:extLst>
          </p:cNvPr>
          <p:cNvSpPr txBox="1"/>
          <p:nvPr/>
        </p:nvSpPr>
        <p:spPr>
          <a:xfrm>
            <a:off x="106680" y="2058173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6C74-EDC8-4891-90DB-494DFFF46532}"/>
              </a:ext>
            </a:extLst>
          </p:cNvPr>
          <p:cNvSpPr txBox="1"/>
          <p:nvPr/>
        </p:nvSpPr>
        <p:spPr>
          <a:xfrm>
            <a:off x="308229" y="3950254"/>
            <a:ext cx="585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6DD1B-2E1E-4795-B1D9-70E40A0FA653}"/>
              </a:ext>
            </a:extLst>
          </p:cNvPr>
          <p:cNvSpPr txBox="1"/>
          <p:nvPr/>
        </p:nvSpPr>
        <p:spPr>
          <a:xfrm>
            <a:off x="84201" y="4827397"/>
            <a:ext cx="810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7AE614-D7E4-40AA-9472-F9395C9EC4F2}"/>
              </a:ext>
            </a:extLst>
          </p:cNvPr>
          <p:cNvSpPr txBox="1"/>
          <p:nvPr/>
        </p:nvSpPr>
        <p:spPr>
          <a:xfrm>
            <a:off x="106680" y="2966895"/>
            <a:ext cx="585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10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8BD835-8FFD-40F2-B975-A32589171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350008"/>
            <a:ext cx="5822797" cy="39667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3199C-2429-433A-902B-9F8E3000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8308"/>
            <a:ext cx="7729728" cy="653796"/>
          </a:xfrm>
        </p:spPr>
        <p:txBody>
          <a:bodyPr>
            <a:normAutofit fontScale="90000"/>
          </a:bodyPr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62D20-A504-4E87-8711-B710A773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1713" y="2011680"/>
            <a:ext cx="4224528" cy="3101983"/>
          </a:xfrm>
        </p:spPr>
        <p:txBody>
          <a:bodyPr/>
          <a:lstStyle/>
          <a:p>
            <a:r>
              <a:rPr lang="en-US" dirty="0" err="1"/>
              <a:t>Assastronauts</a:t>
            </a:r>
            <a:r>
              <a:rPr lang="en-US" dirty="0"/>
              <a:t> Creed is a game like none before. The historic setting of assassins during Templar times has now moved to the future.</a:t>
            </a:r>
          </a:p>
          <a:p>
            <a:r>
              <a:rPr lang="en-US" dirty="0"/>
              <a:t>This Open-world, Story-driven RPG, with new combat mechanics that in comparison to previous competitors like Hitman, will drive new interest and introduce new players regardless of preferred genre.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01985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1F44-6F04-49A5-A343-89AF2DCB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740"/>
            <a:ext cx="7095744" cy="818388"/>
          </a:xfrm>
        </p:spPr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8F39B-4F52-413B-A87B-D2A5AC562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085" y="1878008"/>
            <a:ext cx="4197096" cy="3101983"/>
          </a:xfrm>
        </p:spPr>
        <p:txBody>
          <a:bodyPr/>
          <a:lstStyle/>
          <a:p>
            <a:r>
              <a:rPr lang="en-US" dirty="0"/>
              <a:t>Now in the future. The </a:t>
            </a:r>
            <a:r>
              <a:rPr lang="en-US" dirty="0" err="1"/>
              <a:t>Assastronauts</a:t>
            </a:r>
            <a:r>
              <a:rPr lang="en-US" dirty="0"/>
              <a:t> long battle still continues with the Templars. However, New technology, new worlds, new locations and new Factions all exist within this universe.</a:t>
            </a:r>
          </a:p>
          <a:p>
            <a:r>
              <a:rPr lang="en-US" dirty="0"/>
              <a:t>The classic </a:t>
            </a:r>
            <a:r>
              <a:rPr lang="en-US" dirty="0" err="1"/>
              <a:t>Assasins</a:t>
            </a:r>
            <a:r>
              <a:rPr lang="en-US" dirty="0"/>
              <a:t> creed style and flow still remain in these changed times which many of our fans enjoy and love.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035E3-D510-418F-AA8A-BC27F1F2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9" y="1816420"/>
            <a:ext cx="7602406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2814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775A23-75CA-4614-9647-C9B2CE742CA2}">
  <ds:schemaRefs>
    <ds:schemaRef ds:uri="71af3243-3dd4-4a8d-8c0d-dd76da1f02a5"/>
    <ds:schemaRef ds:uri="http://purl.org/dc/elements/1.1/"/>
    <ds:schemaRef ds:uri="http://www.w3.org/XML/1998/namespace"/>
    <ds:schemaRef ds:uri="16c05727-aa75-4e4a-9b5f-8a80a1165891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 design</Template>
  <TotalTime>0</TotalTime>
  <Words>132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Gill Sans MT</vt:lpstr>
      <vt:lpstr>Parcel</vt:lpstr>
      <vt:lpstr>Title Lorem Ipsum</vt:lpstr>
      <vt:lpstr>Elevator Pitch</vt:lpstr>
      <vt:lpstr>World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2021-11-19T13:18:56Z</dcterms:created>
  <dcterms:modified xsi:type="dcterms:W3CDTF">2021-11-19T13:32:03Z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