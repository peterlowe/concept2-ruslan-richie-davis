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96" r:id="rId4"/>
  </p:sldMasterIdLst>
  <p:notesMasterIdLst>
    <p:notesMasterId r:id="rId12"/>
  </p:notesMasterIdLst>
  <p:sldIdLst>
    <p:sldId id="285" r:id="rId5"/>
    <p:sldId id="290" r:id="rId6"/>
    <p:sldId id="291" r:id="rId7"/>
    <p:sldId id="292" r:id="rId8"/>
    <p:sldId id="293" r:id="rId9"/>
    <p:sldId id="294" r:id="rId10"/>
    <p:sldId id="29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25" autoAdjust="0"/>
    <p:restoredTop sz="94660"/>
  </p:normalViewPr>
  <p:slideViewPr>
    <p:cSldViewPr snapToGrid="0">
      <p:cViewPr varScale="1">
        <p:scale>
          <a:sx n="84" d="100"/>
          <a:sy n="84" d="100"/>
        </p:scale>
        <p:origin x="120" y="6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938646-CEA8-41F9-BD9F-D1FA107D99CC}" type="datetimeFigureOut">
              <a:rPr lang="en-US" smtClean="0"/>
              <a:t>11/19/2021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B040C8-62D2-4EA7-B200-D3B8C06AA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0676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39389-D342-42C9-A280-8ADE336DA885}" type="datetime1">
              <a:rPr lang="en-US" smtClean="0"/>
              <a:t>11/19/2021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0732C-99B6-468D-8E86-54127C661C29}" type="datetime1">
              <a:rPr lang="en-US" smtClean="0"/>
              <a:t>11/19/2021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096AA6-1553-455E-A701-5DB89675312A}" type="datetime1">
              <a:rPr lang="en-US" smtClean="0"/>
              <a:t>11/19/2021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27D05-0AAA-4191-8602-39A011BE220C}" type="datetime1">
              <a:rPr lang="en-US" smtClean="0"/>
              <a:t>11/19/2021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B8012-90E5-4BF2-B13D-6DEC2EE5E086}" type="datetime1">
              <a:rPr lang="en-US" smtClean="0"/>
              <a:t>11/19/2021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62E2D-C320-4C5E-98F1-D60DBA71A352}" type="datetime1">
              <a:rPr lang="en-US" smtClean="0"/>
              <a:t>11/19/2021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6C99D-E4E2-4DDF-8629-131208CB18B0}" type="datetime1">
              <a:rPr lang="en-US" smtClean="0"/>
              <a:t>11/19/2021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20CF4-5FC9-46F3-B596-BE1F927BA2F1}" type="datetime1">
              <a:rPr lang="en-US" smtClean="0"/>
              <a:t>11/19/2021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BF1ABFC0-89FE-4355-9E74-11DC57FEA97E}" type="datetime1">
              <a:rPr lang="en-US" smtClean="0"/>
              <a:t>11/19/2021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B5ED82-9221-4209-9FC6-897FECC94D85}" type="datetime1">
              <a:rPr lang="en-US" smtClean="0"/>
              <a:t>11/19/2021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5C5F-8991-4788-8021-97F7E97CAA77}" type="datetime1">
              <a:rPr lang="en-US" smtClean="0"/>
              <a:t>11/19/2021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F9B8B6D2-5532-4B59-9C5A-AB106F128946}" type="datetime1">
              <a:rPr lang="en-US" smtClean="0"/>
              <a:t>11/19/2021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D0423-92ED-41A8-B13E-ED2A99FC38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chemeClr val="bg1">
              <a:alpha val="60000"/>
            </a:schemeClr>
          </a:solidFill>
          <a:ln w="38100" cap="sq">
            <a:solidFill>
              <a:schemeClr val="tx1"/>
            </a:solidFill>
            <a:miter lim="800000"/>
          </a:ln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tx1"/>
                </a:solidFill>
              </a:rPr>
              <a:t>Title Lorem Ipsum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B4D8F8-4E82-4BDB-B682-C4008F4B24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Sit Dolor Amet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A30EB2-7F1B-4966-B7F3-60C16D6430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212" y="4625"/>
            <a:ext cx="10323576" cy="68533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5C1E036-E008-4D61-96C2-80CAEA7732EA}"/>
              </a:ext>
            </a:extLst>
          </p:cNvPr>
          <p:cNvSpPr txBox="1"/>
          <p:nvPr/>
        </p:nvSpPr>
        <p:spPr>
          <a:xfrm>
            <a:off x="210312" y="466543"/>
            <a:ext cx="93421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6000" dirty="0"/>
              <a:t>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49F089-615E-46FF-A42C-086E4F4FC4D9}"/>
              </a:ext>
            </a:extLst>
          </p:cNvPr>
          <p:cNvSpPr txBox="1"/>
          <p:nvPr/>
        </p:nvSpPr>
        <p:spPr>
          <a:xfrm>
            <a:off x="11367516" y="1166842"/>
            <a:ext cx="75742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7200" dirty="0"/>
              <a:t>P</a:t>
            </a:r>
          </a:p>
          <a:p>
            <a:r>
              <a:rPr lang="en-IE" sz="7200" dirty="0"/>
              <a:t>E</a:t>
            </a:r>
          </a:p>
          <a:p>
            <a:r>
              <a:rPr lang="en-IE" sz="7200" dirty="0"/>
              <a:t>T</a:t>
            </a:r>
          </a:p>
          <a:p>
            <a:r>
              <a:rPr lang="en-IE" sz="7200" dirty="0"/>
              <a:t>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2E8B37-0052-46C8-BAE2-9EFCF95C8791}"/>
              </a:ext>
            </a:extLst>
          </p:cNvPr>
          <p:cNvSpPr txBox="1"/>
          <p:nvPr/>
        </p:nvSpPr>
        <p:spPr>
          <a:xfrm>
            <a:off x="154305" y="1243725"/>
            <a:ext cx="93421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6000" dirty="0"/>
              <a:t>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D27485-8FBF-49BB-BF46-A0771CDBAEAB}"/>
              </a:ext>
            </a:extLst>
          </p:cNvPr>
          <p:cNvSpPr txBox="1"/>
          <p:nvPr/>
        </p:nvSpPr>
        <p:spPr>
          <a:xfrm>
            <a:off x="106680" y="2058173"/>
            <a:ext cx="93421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6000" dirty="0"/>
              <a:t>U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D86C74-EDC8-4891-90DB-494DFFF46532}"/>
              </a:ext>
            </a:extLst>
          </p:cNvPr>
          <p:cNvSpPr txBox="1"/>
          <p:nvPr/>
        </p:nvSpPr>
        <p:spPr>
          <a:xfrm>
            <a:off x="308229" y="3950254"/>
            <a:ext cx="58597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6000" dirty="0"/>
              <a:t>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86DD1B-2E1E-4795-B1D9-70E40A0FA653}"/>
              </a:ext>
            </a:extLst>
          </p:cNvPr>
          <p:cNvSpPr txBox="1"/>
          <p:nvPr/>
        </p:nvSpPr>
        <p:spPr>
          <a:xfrm>
            <a:off x="84201" y="4827397"/>
            <a:ext cx="8100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6000" dirty="0"/>
              <a:t>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7AE614-D7E4-40AA-9472-F9395C9EC4F2}"/>
              </a:ext>
            </a:extLst>
          </p:cNvPr>
          <p:cNvSpPr txBox="1"/>
          <p:nvPr/>
        </p:nvSpPr>
        <p:spPr>
          <a:xfrm>
            <a:off x="106680" y="2966895"/>
            <a:ext cx="58597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6000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4010680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48BD835-8FFD-40F2-B975-A325891719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59" y="2350008"/>
            <a:ext cx="5822797" cy="396678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A73199C-2429-433A-902B-9F8E3000C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178308"/>
            <a:ext cx="7729728" cy="653796"/>
          </a:xfrm>
        </p:spPr>
        <p:txBody>
          <a:bodyPr>
            <a:normAutofit fontScale="90000"/>
          </a:bodyPr>
          <a:lstStyle/>
          <a:p>
            <a:r>
              <a:rPr lang="en-IE" dirty="0"/>
              <a:t>Elevator Pitch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462D20-A504-4E87-8711-B710A77362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1713" y="2011680"/>
            <a:ext cx="4224528" cy="3101983"/>
          </a:xfrm>
        </p:spPr>
        <p:txBody>
          <a:bodyPr/>
          <a:lstStyle/>
          <a:p>
            <a:r>
              <a:rPr lang="en-US" dirty="0" err="1"/>
              <a:t>Assastronauts</a:t>
            </a:r>
            <a:r>
              <a:rPr lang="en-US" dirty="0"/>
              <a:t> Creed is a game like none before. The historic setting of assassins during Templar times has now moved to the future.</a:t>
            </a:r>
          </a:p>
          <a:p>
            <a:r>
              <a:rPr lang="en-US" dirty="0"/>
              <a:t>This Open-world, Story-driven RPG, with new combat mechanics that in comparison to previous competitors like Hitman, will drive new interest and introduce new players regardless of preferred genre.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5019857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D1F44-6F04-49A5-A343-89AF2DCB9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05740"/>
            <a:ext cx="7095744" cy="818388"/>
          </a:xfrm>
        </p:spPr>
        <p:txBody>
          <a:bodyPr/>
          <a:lstStyle/>
          <a:p>
            <a:r>
              <a:rPr lang="en-IE" dirty="0"/>
              <a:t>World 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58F39B-4F52-413B-A87B-D2A5AC5629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2085" y="1878008"/>
            <a:ext cx="4197096" cy="3101983"/>
          </a:xfrm>
        </p:spPr>
        <p:txBody>
          <a:bodyPr/>
          <a:lstStyle/>
          <a:p>
            <a:r>
              <a:rPr lang="en-US" dirty="0"/>
              <a:t>Now in the future. The </a:t>
            </a:r>
            <a:r>
              <a:rPr lang="en-US" dirty="0" err="1"/>
              <a:t>Assastronauts</a:t>
            </a:r>
            <a:r>
              <a:rPr lang="en-US" dirty="0"/>
              <a:t> long battle still continues with the Templars. However, New technology, new worlds, new locations and new Factions all exist within this universe.</a:t>
            </a:r>
          </a:p>
          <a:p>
            <a:r>
              <a:rPr lang="en-US" dirty="0"/>
              <a:t>The classic </a:t>
            </a:r>
            <a:r>
              <a:rPr lang="en-US" dirty="0" err="1"/>
              <a:t>Assasins</a:t>
            </a:r>
            <a:r>
              <a:rPr lang="en-US" dirty="0"/>
              <a:t> creed style and flow still remain in these changed times which many of our fans enjoy and love.</a:t>
            </a:r>
            <a:endParaRPr lang="en-I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3035E3-D510-418F-AA8A-BC27F1F2C6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679" y="1816420"/>
            <a:ext cx="7602406" cy="4279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328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12162-EA5A-476F-8EC9-84744438B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1640" y="523613"/>
            <a:ext cx="3486766" cy="1188720"/>
          </a:xfrm>
        </p:spPr>
        <p:txBody>
          <a:bodyPr/>
          <a:lstStyle/>
          <a:p>
            <a:r>
              <a:rPr lang="en-IE" dirty="0"/>
              <a:t>Pillars: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4883C3-3F5D-45F2-9B6A-D9FBD77629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748" y="2496312"/>
            <a:ext cx="6605016" cy="2420755"/>
          </a:xfrm>
        </p:spPr>
        <p:txBody>
          <a:bodyPr/>
          <a:lstStyle/>
          <a:p>
            <a:r>
              <a:rPr lang="en-US" dirty="0"/>
              <a:t>Uncompromising survival &amp; world exploration with the classic assassination from previous franchises  </a:t>
            </a:r>
          </a:p>
          <a:p>
            <a:r>
              <a:rPr lang="en-US" dirty="0"/>
              <a:t>dark and whimsical visuals in a 3D open world with a space background</a:t>
            </a:r>
          </a:p>
          <a:p>
            <a:r>
              <a:rPr lang="en-US" dirty="0"/>
              <a:t>randomly generated space terrain, 30% travelling through space and terrain 30% crafting new weapons 30% assassinating enemies 10% fun</a:t>
            </a:r>
            <a:endParaRPr lang="en-I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7CD546-445D-4D51-9FEF-516A09815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4" y="1235642"/>
            <a:ext cx="3486766" cy="32886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BCAFE85-1E6C-4E6E-9777-A009A8EA71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4606227"/>
            <a:ext cx="2743199" cy="1831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006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FCB46-77BD-41CE-A751-196EEABCE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1096" y="644652"/>
            <a:ext cx="7729728" cy="1188720"/>
          </a:xfrm>
        </p:spPr>
        <p:txBody>
          <a:bodyPr/>
          <a:lstStyle/>
          <a:p>
            <a:r>
              <a:rPr lang="en-IE" dirty="0"/>
              <a:t>Gameplay description 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E6D317-F191-4EAB-9DD2-D11666E78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136" y="2820924"/>
            <a:ext cx="4398264" cy="3195828"/>
          </a:xfrm>
        </p:spPr>
        <p:txBody>
          <a:bodyPr/>
          <a:lstStyle/>
          <a:p>
            <a:r>
              <a:rPr lang="en-US" dirty="0"/>
              <a:t>Gameplay includes traveling trough different worlds in space. it will be a single player game where you</a:t>
            </a:r>
          </a:p>
          <a:p>
            <a:r>
              <a:rPr lang="en-US" dirty="0"/>
              <a:t>Enter a strange and unexplored space full of strange creatures, dangers and surprises. Find and craft new deadly weapons to kill enemies with </a:t>
            </a:r>
            <a:endParaRPr lang="en-I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DAA42F-951C-4064-BF1F-3AE536D9E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452433"/>
            <a:ext cx="4885944" cy="4013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333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FB953-41BD-4ADE-B746-05E9D9DC1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186" y="257297"/>
            <a:ext cx="7729728" cy="1188720"/>
          </a:xfrm>
        </p:spPr>
        <p:txBody>
          <a:bodyPr/>
          <a:lstStyle/>
          <a:p>
            <a:r>
              <a:rPr lang="en-IE" dirty="0"/>
              <a:t>Feature 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8232B0-9DA5-429C-AEB6-E3DBAA4603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186" y="1630198"/>
            <a:ext cx="7729728" cy="3101983"/>
          </a:xfrm>
        </p:spPr>
        <p:txBody>
          <a:bodyPr/>
          <a:lstStyle/>
          <a:p>
            <a:r>
              <a:rPr lang="en-US" dirty="0"/>
              <a:t>An action </a:t>
            </a:r>
            <a:r>
              <a:rPr lang="en-US" dirty="0" err="1"/>
              <a:t>rpg</a:t>
            </a:r>
            <a:r>
              <a:rPr lang="en-US" dirty="0"/>
              <a:t> that is set in a wide environment in space. </a:t>
            </a:r>
          </a:p>
          <a:p>
            <a:r>
              <a:rPr lang="en-US" dirty="0"/>
              <a:t>Instead of fighting in older times on earth- we took the concept and adapted in to a space theme so our player can travel to different planets and assassinate different alien dictators and leaders in order to preserve peace. </a:t>
            </a:r>
          </a:p>
          <a:p>
            <a:r>
              <a:rPr lang="en-US" dirty="0"/>
              <a:t>There will be a focus on anti gravity parkour and free roaming through space and planets.</a:t>
            </a:r>
            <a:endParaRPr lang="en-I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A0F345-5AD9-4900-879D-B3CDE8B5E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5705" y="3749583"/>
            <a:ext cx="4536460" cy="25538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2B959E4-9F6B-4121-87D6-0C846F9D1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6777" y="815056"/>
            <a:ext cx="3048000" cy="20764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F15199D-071C-4C7B-953C-6F83F3CABE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4940" y="3798600"/>
            <a:ext cx="3339837" cy="2504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8311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41A86-1635-4EC7-8B14-6B67F34DF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456" y="160020"/>
            <a:ext cx="7729728" cy="1188720"/>
          </a:xfrm>
        </p:spPr>
        <p:txBody>
          <a:bodyPr/>
          <a:lstStyle/>
          <a:p>
            <a:r>
              <a:rPr lang="en-IE" dirty="0"/>
              <a:t>Market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D189C-BFEB-440A-9599-2FCA289FA5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456" y="1696212"/>
            <a:ext cx="7729728" cy="3101983"/>
          </a:xfrm>
        </p:spPr>
        <p:txBody>
          <a:bodyPr>
            <a:normAutofit/>
          </a:bodyPr>
          <a:lstStyle/>
          <a:p>
            <a:r>
              <a:rPr lang="en-US" dirty="0"/>
              <a:t>This game takes elements from popular games like previous Assassins creed games, the Witcher and a space elements similar to what is found in Destiny 2.</a:t>
            </a:r>
          </a:p>
          <a:p>
            <a:r>
              <a:rPr lang="en-US" dirty="0"/>
              <a:t> Our target audience would be teenagers 13+ and young adults, as they will have more freedom to purchase in game items in order to increase our sales profit, the environment is also exciting for this age range. </a:t>
            </a:r>
          </a:p>
          <a:p>
            <a:r>
              <a:rPr lang="en-US" dirty="0"/>
              <a:t>We expect this game to overtake every other Assassin Creed game as the element of space just improves a game tenfold. </a:t>
            </a:r>
          </a:p>
          <a:p>
            <a:r>
              <a:rPr lang="en-US" dirty="0"/>
              <a:t>Our Revenue is expected to be 3 billion as we will also introduce more micro transactions as well as having a price tag of $60.</a:t>
            </a:r>
            <a:endParaRPr lang="en-I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F9D24D-4D84-4ED5-B410-5C8351C2C6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1184" y="438912"/>
            <a:ext cx="2350008" cy="23500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95DFBE9-8703-43D5-89E4-1E53AAFC8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6081" y="3472315"/>
            <a:ext cx="3180522" cy="2651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100570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F009F5EF-575C-40E7-A9C5-EC1F2A55486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A451F4C-A3A1-4FF3-AEA5-AE3EFF175B0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8775A23-75CA-4614-9647-C9B2CE742CA2}">
  <ds:schemaRefs>
    <ds:schemaRef ds:uri="71af3243-3dd4-4a8d-8c0d-dd76da1f02a5"/>
    <ds:schemaRef ds:uri="http://purl.org/dc/elements/1.1/"/>
    <ds:schemaRef ds:uri="http://www.w3.org/XML/1998/namespace"/>
    <ds:schemaRef ds:uri="16c05727-aa75-4e4a-9b5f-8a80a1165891"/>
    <ds:schemaRef ds:uri="http://purl.org/dc/dcmitype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Parcel design</Template>
  <TotalTime>0</TotalTime>
  <Words>422</Words>
  <Application>Microsoft Office PowerPoint</Application>
  <PresentationFormat>Widescreen</PresentationFormat>
  <Paragraphs>34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Gill Sans MT</vt:lpstr>
      <vt:lpstr>Parcel</vt:lpstr>
      <vt:lpstr>Title Lorem Ipsum</vt:lpstr>
      <vt:lpstr>Elevator Pitch</vt:lpstr>
      <vt:lpstr>World Background</vt:lpstr>
      <vt:lpstr>Pillars:</vt:lpstr>
      <vt:lpstr>Gameplay description :</vt:lpstr>
      <vt:lpstr>Feature points</vt:lpstr>
      <vt:lpstr>Market analysis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2021-11-19T13:18:56Z</dcterms:created>
  <dcterms:modified xsi:type="dcterms:W3CDTF">2021-11-19T13:37:30Z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