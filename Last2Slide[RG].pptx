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68" r:id="rId4"/>
  </p:sldMasterIdLst>
  <p:notesMasterIdLst>
    <p:notesMasterId r:id="rId7"/>
  </p:notesMasterIdLst>
  <p:sldIdLst>
    <p:sldId id="291" r:id="rId5"/>
    <p:sldId id="29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39389-D342-42C9-A280-8ADE336DA885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0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0732C-99B6-468D-8E86-54127C661C29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96AA6-1553-455E-A701-5DB89675312A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1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27D05-0AAA-4191-8602-39A011BE220C}" type="datetime1">
              <a:rPr lang="en-US" smtClean="0"/>
              <a:t>11/19/2021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3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B8012-90E5-4BF2-B13D-6DEC2EE5E086}" type="datetime1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16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2E2D-C320-4C5E-98F1-D60DBA71A352}" type="datetime1">
              <a:rPr lang="en-US" smtClean="0"/>
              <a:t>11/19/2021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4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C99D-E4E2-4DDF-8629-131208CB18B0}" type="datetime1">
              <a:rPr lang="en-US" smtClean="0"/>
              <a:t>11/19/2021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6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0CF4-5FC9-46F3-B596-BE1F927BA2F1}" type="datetime1">
              <a:rPr lang="en-US" smtClean="0"/>
              <a:t>11/19/2021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9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1ABFC0-89FE-4355-9E74-11DC57FEA97E}" type="datetime1">
              <a:rPr lang="en-US" smtClean="0"/>
              <a:t>11/19/2021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8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ED82-9221-4209-9FC6-897FECC94D85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60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5C5F-8991-4788-8021-97F7E97CAA77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50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8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B953-41BD-4ADE-B746-05E9D9DC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86" y="257297"/>
            <a:ext cx="7729728" cy="1188720"/>
          </a:xfrm>
        </p:spPr>
        <p:txBody>
          <a:bodyPr/>
          <a:lstStyle/>
          <a:p>
            <a:r>
              <a:rPr lang="en-IE" dirty="0"/>
              <a:t>Feature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32B0-9DA5-429C-AEB6-E3DBAA460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86" y="1630198"/>
            <a:ext cx="7729728" cy="3101983"/>
          </a:xfrm>
        </p:spPr>
        <p:txBody>
          <a:bodyPr/>
          <a:lstStyle/>
          <a:p>
            <a:r>
              <a:rPr lang="en-US" dirty="0"/>
              <a:t>An action </a:t>
            </a:r>
            <a:r>
              <a:rPr lang="en-US" dirty="0" err="1"/>
              <a:t>rpg</a:t>
            </a:r>
            <a:r>
              <a:rPr lang="en-US" dirty="0"/>
              <a:t> that is set in a wide environment in space. </a:t>
            </a:r>
          </a:p>
          <a:p>
            <a:r>
              <a:rPr lang="en-US" dirty="0"/>
              <a:t>Instead of fighting in older times on earth- we took the concept and adapted in to a space theme so our player can travel to different planets and assassinate different alien dictators and leaders in order to preserve peace. </a:t>
            </a:r>
          </a:p>
          <a:p>
            <a:r>
              <a:rPr lang="en-US" dirty="0"/>
              <a:t>There will be a focus on anti gravity parkour and free roaming through space and planets.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0F345-5AD9-4900-879D-B3CDE8B5E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705" y="3749583"/>
            <a:ext cx="4536460" cy="255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959E4-9F6B-4121-87D6-0C846F9D1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777" y="815056"/>
            <a:ext cx="3048000" cy="2076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15199D-071C-4C7B-953C-6F83F3CAB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940" y="3798600"/>
            <a:ext cx="3339837" cy="250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1A86-1635-4EC7-8B14-6B67F34D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160020"/>
            <a:ext cx="7729728" cy="1188720"/>
          </a:xfrm>
        </p:spPr>
        <p:txBody>
          <a:bodyPr/>
          <a:lstStyle/>
          <a:p>
            <a:r>
              <a:rPr lang="en-IE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D189C-BFEB-440A-9599-2FCA289F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1696212"/>
            <a:ext cx="7729728" cy="3101983"/>
          </a:xfrm>
        </p:spPr>
        <p:txBody>
          <a:bodyPr>
            <a:normAutofit/>
          </a:bodyPr>
          <a:lstStyle/>
          <a:p>
            <a:r>
              <a:rPr lang="en-US" dirty="0"/>
              <a:t>This game takes elements from popular games like previous Assassins creed games, the Witcher and a space elements similar to what is found in Destiny 2.</a:t>
            </a:r>
          </a:p>
          <a:p>
            <a:r>
              <a:rPr lang="en-US" dirty="0"/>
              <a:t> Our target audience would be teenagers 13+ and young adults, as they will have more freedom to purchase in game items in order to increase our sales profit, the environment is also exciting for this age range. </a:t>
            </a:r>
          </a:p>
          <a:p>
            <a:r>
              <a:rPr lang="en-US" dirty="0"/>
              <a:t>We expect this game to overtake every other Assassin Creed game as the element of space just improves a game tenfold. </a:t>
            </a:r>
          </a:p>
          <a:p>
            <a:r>
              <a:rPr lang="en-US" dirty="0"/>
              <a:t>Our Revenue is expected to be 3 billion as we will also introduce more micro transactions as well as having a price tag of $60.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9D24D-4D84-4ED5-B410-5C8351C2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1184" y="438912"/>
            <a:ext cx="2350008" cy="2350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5DFBE9-8703-43D5-89E4-1E53AAFC8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081" y="3472315"/>
            <a:ext cx="3180522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0057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A451F4C-A3A1-4FF3-AEA5-AE3EFF175B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09F5EF-575C-40E7-A9C5-EC1F2A554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775A23-75CA-4614-9647-C9B2CE742CA2}">
  <ds:schemaRefs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71af3243-3dd4-4a8d-8c0d-dd76da1f02a5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193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Gill Sans MT</vt:lpstr>
      <vt:lpstr>Parcel</vt:lpstr>
      <vt:lpstr>Feature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2021-11-19T13:18:38Z</dcterms:created>
  <dcterms:modified xsi:type="dcterms:W3CDTF">2021-11-19T13:30:53Z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